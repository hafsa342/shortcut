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5" r:id="rId5"/>
    <p:sldId id="287" r:id="rId6"/>
    <p:sldId id="288" r:id="rId7"/>
    <p:sldId id="286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E5B1F-8548-4FA5-8ECE-FF697B8BDC8B}" type="doc">
      <dgm:prSet loTypeId="urn:microsoft.com/office/officeart/2005/8/layout/hProcess4" loCatId="process" qsTypeId="urn:microsoft.com/office/officeart/2005/8/quickstyle/3d5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E4A921-75C0-457E-B6C7-AF5D3F924778}">
      <dgm:prSet/>
      <dgm:spPr/>
      <dgm:t>
        <a:bodyPr/>
        <a:lstStyle/>
        <a:p>
          <a:r>
            <a:rPr lang="en-US" dirty="0"/>
            <a:t>VAR</a:t>
          </a:r>
        </a:p>
      </dgm:t>
    </dgm:pt>
    <dgm:pt modelId="{5DE6B7FC-E69A-4189-BB0C-356B2586F16F}" type="parTrans" cxnId="{906961F9-228B-42F0-B93A-61A91FF72B16}">
      <dgm:prSet/>
      <dgm:spPr/>
      <dgm:t>
        <a:bodyPr/>
        <a:lstStyle/>
        <a:p>
          <a:endParaRPr lang="en-US"/>
        </a:p>
      </dgm:t>
    </dgm:pt>
    <dgm:pt modelId="{E4500CC0-E9F9-45F4-8DBB-F762BD69C7EF}" type="sibTrans" cxnId="{906961F9-228B-42F0-B93A-61A91FF72B16}">
      <dgm:prSet/>
      <dgm:spPr/>
      <dgm:t>
        <a:bodyPr/>
        <a:lstStyle/>
        <a:p>
          <a:endParaRPr lang="en-US"/>
        </a:p>
      </dgm:t>
    </dgm:pt>
    <dgm:pt modelId="{300F49C4-BE2A-4BB1-881A-D5DBC7667E1A}">
      <dgm:prSet/>
      <dgm:spPr/>
      <dgm:t>
        <a:bodyPr/>
        <a:lstStyle/>
        <a:p>
          <a:r>
            <a:rPr lang="en-US" b="0" i="0" dirty="0">
              <a:latin typeface="+mj-lt"/>
            </a:rPr>
            <a:t>The  keyword is used in all JavaScript code from 1995 to 2015.</a:t>
          </a:r>
          <a:endParaRPr lang="en-US" dirty="0">
            <a:latin typeface="+mj-lt"/>
          </a:endParaRPr>
        </a:p>
      </dgm:t>
    </dgm:pt>
    <dgm:pt modelId="{938A8F79-6539-4D75-80F8-D245BBF23EB2}" type="parTrans" cxnId="{E21D1965-4238-40BD-8C23-F39BDB8AF9FF}">
      <dgm:prSet/>
      <dgm:spPr/>
      <dgm:t>
        <a:bodyPr/>
        <a:lstStyle/>
        <a:p>
          <a:endParaRPr lang="en-US"/>
        </a:p>
      </dgm:t>
    </dgm:pt>
    <dgm:pt modelId="{E6F5A85C-A7FD-4313-BD20-CCE392CD9E1F}" type="sibTrans" cxnId="{E21D1965-4238-40BD-8C23-F39BDB8AF9FF}">
      <dgm:prSet/>
      <dgm:spPr/>
      <dgm:t>
        <a:bodyPr/>
        <a:lstStyle/>
        <a:p>
          <a:endParaRPr lang="en-US"/>
        </a:p>
      </dgm:t>
    </dgm:pt>
    <dgm:pt modelId="{393C84A3-4571-4040-9493-0BA1AF30DA26}">
      <dgm:prSet/>
      <dgm:spPr/>
      <dgm:t>
        <a:bodyPr/>
        <a:lstStyle/>
        <a:p>
          <a:r>
            <a:rPr lang="en-US" dirty="0"/>
            <a:t>LET</a:t>
          </a:r>
        </a:p>
      </dgm:t>
    </dgm:pt>
    <dgm:pt modelId="{3A4A9F0D-AEA3-4A1C-B17C-D8B078DF106A}" type="parTrans" cxnId="{B78F293F-BC11-49D3-BE1D-C504995D7961}">
      <dgm:prSet/>
      <dgm:spPr/>
      <dgm:t>
        <a:bodyPr/>
        <a:lstStyle/>
        <a:p>
          <a:endParaRPr lang="en-US"/>
        </a:p>
      </dgm:t>
    </dgm:pt>
    <dgm:pt modelId="{8C58886A-EDBF-4BFF-AE8D-8BBD9AD31068}" type="sibTrans" cxnId="{B78F293F-BC11-49D3-BE1D-C504995D7961}">
      <dgm:prSet/>
      <dgm:spPr/>
      <dgm:t>
        <a:bodyPr/>
        <a:lstStyle/>
        <a:p>
          <a:endParaRPr lang="en-US"/>
        </a:p>
      </dgm:t>
    </dgm:pt>
    <dgm:pt modelId="{09AB19DE-0A85-493B-8A0E-8AC56DC905F8}">
      <dgm:prSet custT="1"/>
      <dgm:spPr/>
      <dgm:t>
        <a:bodyPr/>
        <a:lstStyle/>
        <a:p>
          <a:r>
            <a:rPr lang="en-US" sz="1800" b="0" i="0" dirty="0">
              <a:latin typeface="+mj-lt"/>
            </a:rPr>
            <a:t>The  keyword allows you to declare a variable with block scope.</a:t>
          </a:r>
          <a:r>
            <a:rPr lang="en-US" sz="1800" dirty="0">
              <a:latin typeface="+mj-lt"/>
            </a:rPr>
            <a:t>. </a:t>
          </a:r>
        </a:p>
      </dgm:t>
    </dgm:pt>
    <dgm:pt modelId="{4BB754D1-EDE1-4049-9435-D033F95709D0}" type="parTrans" cxnId="{7F0FCC7E-C51A-4B2D-B669-97CE74A0DED9}">
      <dgm:prSet/>
      <dgm:spPr/>
      <dgm:t>
        <a:bodyPr/>
        <a:lstStyle/>
        <a:p>
          <a:endParaRPr lang="en-US"/>
        </a:p>
      </dgm:t>
    </dgm:pt>
    <dgm:pt modelId="{8861651B-08AB-4BAF-AAF6-588C1FD8766A}" type="sibTrans" cxnId="{7F0FCC7E-C51A-4B2D-B669-97CE74A0DED9}">
      <dgm:prSet/>
      <dgm:spPr/>
      <dgm:t>
        <a:bodyPr/>
        <a:lstStyle/>
        <a:p>
          <a:endParaRPr lang="en-US"/>
        </a:p>
      </dgm:t>
    </dgm:pt>
    <dgm:pt modelId="{7FA9AB4A-92C1-41E8-8158-DD2B25D9113B}">
      <dgm:prSet/>
      <dgm:spPr/>
      <dgm:t>
        <a:bodyPr/>
        <a:lstStyle/>
        <a:p>
          <a:r>
            <a:rPr lang="en-US" dirty="0"/>
            <a:t>CONST</a:t>
          </a:r>
        </a:p>
      </dgm:t>
    </dgm:pt>
    <dgm:pt modelId="{38E7AEFA-EB50-4771-857F-576467B37145}" type="parTrans" cxnId="{85EB9F4D-461E-4ACB-A92D-BEED8E572647}">
      <dgm:prSet/>
      <dgm:spPr/>
      <dgm:t>
        <a:bodyPr/>
        <a:lstStyle/>
        <a:p>
          <a:endParaRPr lang="en-US"/>
        </a:p>
      </dgm:t>
    </dgm:pt>
    <dgm:pt modelId="{FB571C8D-8BC9-46B5-9DCF-FEB771A5C820}" type="sibTrans" cxnId="{85EB9F4D-461E-4ACB-A92D-BEED8E572647}">
      <dgm:prSet/>
      <dgm:spPr/>
      <dgm:t>
        <a:bodyPr/>
        <a:lstStyle/>
        <a:p>
          <a:endParaRPr lang="en-US"/>
        </a:p>
      </dgm:t>
    </dgm:pt>
    <dgm:pt modelId="{91598E38-7461-470A-91AA-325A90C2A6DA}">
      <dgm:prSet custT="1"/>
      <dgm:spPr/>
      <dgm:t>
        <a:bodyPr/>
        <a:lstStyle/>
        <a:p>
          <a:r>
            <a:rPr lang="en-US" sz="1600" b="0" i="0" dirty="0">
              <a:latin typeface="+mj-lt"/>
            </a:rPr>
            <a:t>Constants are similar to let variables, except that the value cannot be changed</a:t>
          </a:r>
          <a:r>
            <a:rPr lang="en-US" sz="1500" b="0" i="0" dirty="0"/>
            <a:t>.</a:t>
          </a:r>
          <a:endParaRPr lang="en-US" sz="1500" dirty="0"/>
        </a:p>
      </dgm:t>
    </dgm:pt>
    <dgm:pt modelId="{8982EE4A-6F3A-428C-8E76-02A30B39C05F}" type="parTrans" cxnId="{3BA4B7B9-0A7C-4EFC-8F39-59CD69864C97}">
      <dgm:prSet/>
      <dgm:spPr/>
      <dgm:t>
        <a:bodyPr/>
        <a:lstStyle/>
        <a:p>
          <a:endParaRPr lang="en-US"/>
        </a:p>
      </dgm:t>
    </dgm:pt>
    <dgm:pt modelId="{AEBFFADC-990D-480E-B682-B841BE19126D}" type="sibTrans" cxnId="{3BA4B7B9-0A7C-4EFC-8F39-59CD69864C97}">
      <dgm:prSet/>
      <dgm:spPr/>
      <dgm:t>
        <a:bodyPr/>
        <a:lstStyle/>
        <a:p>
          <a:endParaRPr lang="en-US"/>
        </a:p>
      </dgm:t>
    </dgm:pt>
    <dgm:pt modelId="{1BC31674-57C0-45DB-85AC-0A92E06F6F65}" type="pres">
      <dgm:prSet presAssocID="{95BE5B1F-8548-4FA5-8ECE-FF697B8BDC8B}" presName="Name0" presStyleCnt="0">
        <dgm:presLayoutVars>
          <dgm:dir/>
          <dgm:animLvl val="lvl"/>
          <dgm:resizeHandles val="exact"/>
        </dgm:presLayoutVars>
      </dgm:prSet>
      <dgm:spPr/>
    </dgm:pt>
    <dgm:pt modelId="{50048779-64B0-47EB-91E0-D387D566BCBB}" type="pres">
      <dgm:prSet presAssocID="{95BE5B1F-8548-4FA5-8ECE-FF697B8BDC8B}" presName="tSp" presStyleCnt="0"/>
      <dgm:spPr/>
    </dgm:pt>
    <dgm:pt modelId="{5C0EF4D8-EBF7-4339-873B-A59E4AE458C4}" type="pres">
      <dgm:prSet presAssocID="{95BE5B1F-8548-4FA5-8ECE-FF697B8BDC8B}" presName="bSp" presStyleCnt="0"/>
      <dgm:spPr/>
    </dgm:pt>
    <dgm:pt modelId="{3F90EC82-7F4B-4578-8A05-239AE4B20E32}" type="pres">
      <dgm:prSet presAssocID="{95BE5B1F-8548-4FA5-8ECE-FF697B8BDC8B}" presName="process" presStyleCnt="0"/>
      <dgm:spPr/>
    </dgm:pt>
    <dgm:pt modelId="{62FBF2F5-95EC-42C7-A1B1-DE3D85F5D7A0}" type="pres">
      <dgm:prSet presAssocID="{BAE4A921-75C0-457E-B6C7-AF5D3F924778}" presName="composite1" presStyleCnt="0"/>
      <dgm:spPr/>
    </dgm:pt>
    <dgm:pt modelId="{205254A8-78CD-450B-95E4-5AB06419D7E9}" type="pres">
      <dgm:prSet presAssocID="{BAE4A921-75C0-457E-B6C7-AF5D3F924778}" presName="dummyNode1" presStyleLbl="node1" presStyleIdx="0" presStyleCnt="3"/>
      <dgm:spPr/>
    </dgm:pt>
    <dgm:pt modelId="{1E821B60-8E9A-47FB-8C79-80E8BE490620}" type="pres">
      <dgm:prSet presAssocID="{BAE4A921-75C0-457E-B6C7-AF5D3F924778}" presName="childNode1" presStyleLbl="bgAcc1" presStyleIdx="0" presStyleCnt="3">
        <dgm:presLayoutVars>
          <dgm:bulletEnabled val="1"/>
        </dgm:presLayoutVars>
      </dgm:prSet>
      <dgm:spPr/>
    </dgm:pt>
    <dgm:pt modelId="{5C8C60B2-3804-4C03-A9AD-FDD187F67DEF}" type="pres">
      <dgm:prSet presAssocID="{BAE4A921-75C0-457E-B6C7-AF5D3F924778}" presName="childNode1tx" presStyleLbl="bgAcc1" presStyleIdx="0" presStyleCnt="3">
        <dgm:presLayoutVars>
          <dgm:bulletEnabled val="1"/>
        </dgm:presLayoutVars>
      </dgm:prSet>
      <dgm:spPr/>
    </dgm:pt>
    <dgm:pt modelId="{3697CF45-CE9F-4C20-9C75-72ED184E10AB}" type="pres">
      <dgm:prSet presAssocID="{BAE4A921-75C0-457E-B6C7-AF5D3F924778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9452088E-C3D2-479C-9C02-4E9B065B4DA9}" type="pres">
      <dgm:prSet presAssocID="{BAE4A921-75C0-457E-B6C7-AF5D3F924778}" presName="connSite1" presStyleCnt="0"/>
      <dgm:spPr/>
    </dgm:pt>
    <dgm:pt modelId="{A90BC9AE-BCED-4D17-84FE-008557196319}" type="pres">
      <dgm:prSet presAssocID="{E4500CC0-E9F9-45F4-8DBB-F762BD69C7EF}" presName="Name9" presStyleLbl="sibTrans2D1" presStyleIdx="0" presStyleCnt="2" custScaleX="122242"/>
      <dgm:spPr/>
    </dgm:pt>
    <dgm:pt modelId="{E902AEBE-1CDA-4ED9-96E3-32C3DA7AE744}" type="pres">
      <dgm:prSet presAssocID="{393C84A3-4571-4040-9493-0BA1AF30DA26}" presName="composite2" presStyleCnt="0"/>
      <dgm:spPr/>
    </dgm:pt>
    <dgm:pt modelId="{51C11D32-AD16-4912-BC15-D2D7EB4DA50C}" type="pres">
      <dgm:prSet presAssocID="{393C84A3-4571-4040-9493-0BA1AF30DA26}" presName="dummyNode2" presStyleLbl="node1" presStyleIdx="0" presStyleCnt="3"/>
      <dgm:spPr/>
    </dgm:pt>
    <dgm:pt modelId="{C9EAA5F7-385D-46FF-B051-8CBF1B7CA3CA}" type="pres">
      <dgm:prSet presAssocID="{393C84A3-4571-4040-9493-0BA1AF30DA26}" presName="childNode2" presStyleLbl="bgAcc1" presStyleIdx="1" presStyleCnt="3" custScaleX="121605" custScaleY="123328">
        <dgm:presLayoutVars>
          <dgm:bulletEnabled val="1"/>
        </dgm:presLayoutVars>
      </dgm:prSet>
      <dgm:spPr/>
    </dgm:pt>
    <dgm:pt modelId="{3769921F-4FD9-447E-BACE-DA35654C1994}" type="pres">
      <dgm:prSet presAssocID="{393C84A3-4571-4040-9493-0BA1AF30DA26}" presName="childNode2tx" presStyleLbl="bgAcc1" presStyleIdx="1" presStyleCnt="3">
        <dgm:presLayoutVars>
          <dgm:bulletEnabled val="1"/>
        </dgm:presLayoutVars>
      </dgm:prSet>
      <dgm:spPr/>
    </dgm:pt>
    <dgm:pt modelId="{5DDFCF7E-51A8-493C-84B7-260E70170E3A}" type="pres">
      <dgm:prSet presAssocID="{393C84A3-4571-4040-9493-0BA1AF30DA26}" presName="parentNode2" presStyleLbl="node1" presStyleIdx="1" presStyleCnt="3" custLinFactNeighborY="-36180">
        <dgm:presLayoutVars>
          <dgm:chMax val="0"/>
          <dgm:bulletEnabled val="1"/>
        </dgm:presLayoutVars>
      </dgm:prSet>
      <dgm:spPr/>
    </dgm:pt>
    <dgm:pt modelId="{B06F256B-0115-4536-B786-58CD94330117}" type="pres">
      <dgm:prSet presAssocID="{393C84A3-4571-4040-9493-0BA1AF30DA26}" presName="connSite2" presStyleCnt="0"/>
      <dgm:spPr/>
    </dgm:pt>
    <dgm:pt modelId="{B331F335-B7E4-4DA5-8D54-9A92925E4537}" type="pres">
      <dgm:prSet presAssocID="{8C58886A-EDBF-4BFF-AE8D-8BBD9AD31068}" presName="Name18" presStyleLbl="sibTrans2D1" presStyleIdx="1" presStyleCnt="2" custScaleX="100520" custScaleY="127382"/>
      <dgm:spPr/>
    </dgm:pt>
    <dgm:pt modelId="{61F8FFD9-5C0A-464E-9FBD-21507FD3A4B1}" type="pres">
      <dgm:prSet presAssocID="{7FA9AB4A-92C1-41E8-8158-DD2B25D9113B}" presName="composite1" presStyleCnt="0"/>
      <dgm:spPr/>
    </dgm:pt>
    <dgm:pt modelId="{42B5E156-0D58-4AD4-8DA8-279E3A5F347B}" type="pres">
      <dgm:prSet presAssocID="{7FA9AB4A-92C1-41E8-8158-DD2B25D9113B}" presName="dummyNode1" presStyleLbl="node1" presStyleIdx="1" presStyleCnt="3"/>
      <dgm:spPr/>
    </dgm:pt>
    <dgm:pt modelId="{71543AD4-3B17-494C-ACA2-D130C03DA0DC}" type="pres">
      <dgm:prSet presAssocID="{7FA9AB4A-92C1-41E8-8158-DD2B25D9113B}" presName="childNode1" presStyleLbl="bgAcc1" presStyleIdx="2" presStyleCnt="3">
        <dgm:presLayoutVars>
          <dgm:bulletEnabled val="1"/>
        </dgm:presLayoutVars>
      </dgm:prSet>
      <dgm:spPr/>
    </dgm:pt>
    <dgm:pt modelId="{BC1FC7C0-FF68-4B95-BC52-80E869D4A9CF}" type="pres">
      <dgm:prSet presAssocID="{7FA9AB4A-92C1-41E8-8158-DD2B25D9113B}" presName="childNode1tx" presStyleLbl="bgAcc1" presStyleIdx="2" presStyleCnt="3">
        <dgm:presLayoutVars>
          <dgm:bulletEnabled val="1"/>
        </dgm:presLayoutVars>
      </dgm:prSet>
      <dgm:spPr/>
    </dgm:pt>
    <dgm:pt modelId="{DDB26AB1-F9F9-4EB8-8F44-5F96CC19892F}" type="pres">
      <dgm:prSet presAssocID="{7FA9AB4A-92C1-41E8-8158-DD2B25D9113B}" presName="parentNode1" presStyleLbl="node1" presStyleIdx="2" presStyleCnt="3" custLinFactNeighborY="30150">
        <dgm:presLayoutVars>
          <dgm:chMax val="1"/>
          <dgm:bulletEnabled val="1"/>
        </dgm:presLayoutVars>
      </dgm:prSet>
      <dgm:spPr/>
    </dgm:pt>
    <dgm:pt modelId="{BC7F0C23-39FF-45F0-B07C-C1158941C1BC}" type="pres">
      <dgm:prSet presAssocID="{7FA9AB4A-92C1-41E8-8158-DD2B25D9113B}" presName="connSite1" presStyleCnt="0"/>
      <dgm:spPr/>
    </dgm:pt>
  </dgm:ptLst>
  <dgm:cxnLst>
    <dgm:cxn modelId="{B78F293F-BC11-49D3-BE1D-C504995D7961}" srcId="{95BE5B1F-8548-4FA5-8ECE-FF697B8BDC8B}" destId="{393C84A3-4571-4040-9493-0BA1AF30DA26}" srcOrd="1" destOrd="0" parTransId="{3A4A9F0D-AEA3-4A1C-B17C-D8B078DF106A}" sibTransId="{8C58886A-EDBF-4BFF-AE8D-8BBD9AD31068}"/>
    <dgm:cxn modelId="{93DE683F-25E9-4371-BB39-822ED738F302}" type="presOf" srcId="{91598E38-7461-470A-91AA-325A90C2A6DA}" destId="{BC1FC7C0-FF68-4B95-BC52-80E869D4A9CF}" srcOrd="1" destOrd="0" presId="urn:microsoft.com/office/officeart/2005/8/layout/hProcess4"/>
    <dgm:cxn modelId="{F949CA44-3AC4-44E6-BD05-E6F5D04B378F}" type="presOf" srcId="{91598E38-7461-470A-91AA-325A90C2A6DA}" destId="{71543AD4-3B17-494C-ACA2-D130C03DA0DC}" srcOrd="0" destOrd="0" presId="urn:microsoft.com/office/officeart/2005/8/layout/hProcess4"/>
    <dgm:cxn modelId="{E21D1965-4238-40BD-8C23-F39BDB8AF9FF}" srcId="{BAE4A921-75C0-457E-B6C7-AF5D3F924778}" destId="{300F49C4-BE2A-4BB1-881A-D5DBC7667E1A}" srcOrd="0" destOrd="0" parTransId="{938A8F79-6539-4D75-80F8-D245BBF23EB2}" sibTransId="{E6F5A85C-A7FD-4313-BD20-CCE392CD9E1F}"/>
    <dgm:cxn modelId="{BB6B7668-69D7-4963-B3B3-05A093C383A1}" type="presOf" srcId="{BAE4A921-75C0-457E-B6C7-AF5D3F924778}" destId="{3697CF45-CE9F-4C20-9C75-72ED184E10AB}" srcOrd="0" destOrd="0" presId="urn:microsoft.com/office/officeart/2005/8/layout/hProcess4"/>
    <dgm:cxn modelId="{85EB9F4D-461E-4ACB-A92D-BEED8E572647}" srcId="{95BE5B1F-8548-4FA5-8ECE-FF697B8BDC8B}" destId="{7FA9AB4A-92C1-41E8-8158-DD2B25D9113B}" srcOrd="2" destOrd="0" parTransId="{38E7AEFA-EB50-4771-857F-576467B37145}" sibTransId="{FB571C8D-8BC9-46B5-9DCF-FEB771A5C820}"/>
    <dgm:cxn modelId="{45CC7950-0983-4F53-AA16-9D0BBBEC8D4C}" type="presOf" srcId="{300F49C4-BE2A-4BB1-881A-D5DBC7667E1A}" destId="{1E821B60-8E9A-47FB-8C79-80E8BE490620}" srcOrd="0" destOrd="0" presId="urn:microsoft.com/office/officeart/2005/8/layout/hProcess4"/>
    <dgm:cxn modelId="{7F0FCC7E-C51A-4B2D-B669-97CE74A0DED9}" srcId="{393C84A3-4571-4040-9493-0BA1AF30DA26}" destId="{09AB19DE-0A85-493B-8A0E-8AC56DC905F8}" srcOrd="0" destOrd="0" parTransId="{4BB754D1-EDE1-4049-9435-D033F95709D0}" sibTransId="{8861651B-08AB-4BAF-AAF6-588C1FD8766A}"/>
    <dgm:cxn modelId="{9824F886-4EEE-4A95-BE70-FE1191E7B8B4}" type="presOf" srcId="{09AB19DE-0A85-493B-8A0E-8AC56DC905F8}" destId="{C9EAA5F7-385D-46FF-B051-8CBF1B7CA3CA}" srcOrd="0" destOrd="0" presId="urn:microsoft.com/office/officeart/2005/8/layout/hProcess4"/>
    <dgm:cxn modelId="{7283088A-3C30-4A2B-A3AE-D511075E21FC}" type="presOf" srcId="{7FA9AB4A-92C1-41E8-8158-DD2B25D9113B}" destId="{DDB26AB1-F9F9-4EB8-8F44-5F96CC19892F}" srcOrd="0" destOrd="0" presId="urn:microsoft.com/office/officeart/2005/8/layout/hProcess4"/>
    <dgm:cxn modelId="{02C99494-AED7-4949-9EF9-371B3F3B991D}" type="presOf" srcId="{300F49C4-BE2A-4BB1-881A-D5DBC7667E1A}" destId="{5C8C60B2-3804-4C03-A9AD-FDD187F67DEF}" srcOrd="1" destOrd="0" presId="urn:microsoft.com/office/officeart/2005/8/layout/hProcess4"/>
    <dgm:cxn modelId="{E5CA0DA9-D911-4D29-B71A-916903E8382C}" type="presOf" srcId="{393C84A3-4571-4040-9493-0BA1AF30DA26}" destId="{5DDFCF7E-51A8-493C-84B7-260E70170E3A}" srcOrd="0" destOrd="0" presId="urn:microsoft.com/office/officeart/2005/8/layout/hProcess4"/>
    <dgm:cxn modelId="{3BA4B7B9-0A7C-4EFC-8F39-59CD69864C97}" srcId="{7FA9AB4A-92C1-41E8-8158-DD2B25D9113B}" destId="{91598E38-7461-470A-91AA-325A90C2A6DA}" srcOrd="0" destOrd="0" parTransId="{8982EE4A-6F3A-428C-8E76-02A30B39C05F}" sibTransId="{AEBFFADC-990D-480E-B682-B841BE19126D}"/>
    <dgm:cxn modelId="{DA5897BC-2AD7-42A8-8592-0032154E0539}" type="presOf" srcId="{E4500CC0-E9F9-45F4-8DBB-F762BD69C7EF}" destId="{A90BC9AE-BCED-4D17-84FE-008557196319}" srcOrd="0" destOrd="0" presId="urn:microsoft.com/office/officeart/2005/8/layout/hProcess4"/>
    <dgm:cxn modelId="{F148EAC1-0582-415F-974A-BBD84DFE5A5D}" type="presOf" srcId="{8C58886A-EDBF-4BFF-AE8D-8BBD9AD31068}" destId="{B331F335-B7E4-4DA5-8D54-9A92925E4537}" srcOrd="0" destOrd="0" presId="urn:microsoft.com/office/officeart/2005/8/layout/hProcess4"/>
    <dgm:cxn modelId="{53986BE3-E77B-4975-8A05-9044FBC649FA}" type="presOf" srcId="{95BE5B1F-8548-4FA5-8ECE-FF697B8BDC8B}" destId="{1BC31674-57C0-45DB-85AC-0A92E06F6F65}" srcOrd="0" destOrd="0" presId="urn:microsoft.com/office/officeart/2005/8/layout/hProcess4"/>
    <dgm:cxn modelId="{827702ED-ED68-4EE6-9737-7E433C7C6507}" type="presOf" srcId="{09AB19DE-0A85-493B-8A0E-8AC56DC905F8}" destId="{3769921F-4FD9-447E-BACE-DA35654C1994}" srcOrd="1" destOrd="0" presId="urn:microsoft.com/office/officeart/2005/8/layout/hProcess4"/>
    <dgm:cxn modelId="{906961F9-228B-42F0-B93A-61A91FF72B16}" srcId="{95BE5B1F-8548-4FA5-8ECE-FF697B8BDC8B}" destId="{BAE4A921-75C0-457E-B6C7-AF5D3F924778}" srcOrd="0" destOrd="0" parTransId="{5DE6B7FC-E69A-4189-BB0C-356B2586F16F}" sibTransId="{E4500CC0-E9F9-45F4-8DBB-F762BD69C7EF}"/>
    <dgm:cxn modelId="{38A6F586-0FC4-4D4E-BC30-FF1C113A3DCD}" type="presParOf" srcId="{1BC31674-57C0-45DB-85AC-0A92E06F6F65}" destId="{50048779-64B0-47EB-91E0-D387D566BCBB}" srcOrd="0" destOrd="0" presId="urn:microsoft.com/office/officeart/2005/8/layout/hProcess4"/>
    <dgm:cxn modelId="{D70B2286-2D88-4E77-91F5-EF3599AC2E6B}" type="presParOf" srcId="{1BC31674-57C0-45DB-85AC-0A92E06F6F65}" destId="{5C0EF4D8-EBF7-4339-873B-A59E4AE458C4}" srcOrd="1" destOrd="0" presId="urn:microsoft.com/office/officeart/2005/8/layout/hProcess4"/>
    <dgm:cxn modelId="{2FF1FB0F-F682-4BE4-A116-D349F09D4B23}" type="presParOf" srcId="{1BC31674-57C0-45DB-85AC-0A92E06F6F65}" destId="{3F90EC82-7F4B-4578-8A05-239AE4B20E32}" srcOrd="2" destOrd="0" presId="urn:microsoft.com/office/officeart/2005/8/layout/hProcess4"/>
    <dgm:cxn modelId="{2AECDFFC-1A2A-428E-8911-8268E3CDC700}" type="presParOf" srcId="{3F90EC82-7F4B-4578-8A05-239AE4B20E32}" destId="{62FBF2F5-95EC-42C7-A1B1-DE3D85F5D7A0}" srcOrd="0" destOrd="0" presId="urn:microsoft.com/office/officeart/2005/8/layout/hProcess4"/>
    <dgm:cxn modelId="{8A10609B-7E8E-4D2E-9B1F-F63640B09496}" type="presParOf" srcId="{62FBF2F5-95EC-42C7-A1B1-DE3D85F5D7A0}" destId="{205254A8-78CD-450B-95E4-5AB06419D7E9}" srcOrd="0" destOrd="0" presId="urn:microsoft.com/office/officeart/2005/8/layout/hProcess4"/>
    <dgm:cxn modelId="{D7043442-8507-49DE-9D5C-3426855222C8}" type="presParOf" srcId="{62FBF2F5-95EC-42C7-A1B1-DE3D85F5D7A0}" destId="{1E821B60-8E9A-47FB-8C79-80E8BE490620}" srcOrd="1" destOrd="0" presId="urn:microsoft.com/office/officeart/2005/8/layout/hProcess4"/>
    <dgm:cxn modelId="{A7DB78AC-FE8E-4ECE-80FB-82989338FD39}" type="presParOf" srcId="{62FBF2F5-95EC-42C7-A1B1-DE3D85F5D7A0}" destId="{5C8C60B2-3804-4C03-A9AD-FDD187F67DEF}" srcOrd="2" destOrd="0" presId="urn:microsoft.com/office/officeart/2005/8/layout/hProcess4"/>
    <dgm:cxn modelId="{84DBDD60-1DA3-4ACA-A25F-A617F8CB8457}" type="presParOf" srcId="{62FBF2F5-95EC-42C7-A1B1-DE3D85F5D7A0}" destId="{3697CF45-CE9F-4C20-9C75-72ED184E10AB}" srcOrd="3" destOrd="0" presId="urn:microsoft.com/office/officeart/2005/8/layout/hProcess4"/>
    <dgm:cxn modelId="{92573EB7-91AB-4824-9BC8-E9F18332287F}" type="presParOf" srcId="{62FBF2F5-95EC-42C7-A1B1-DE3D85F5D7A0}" destId="{9452088E-C3D2-479C-9C02-4E9B065B4DA9}" srcOrd="4" destOrd="0" presId="urn:microsoft.com/office/officeart/2005/8/layout/hProcess4"/>
    <dgm:cxn modelId="{A445FBCF-F66A-4A3B-8540-9C332D7A4CEA}" type="presParOf" srcId="{3F90EC82-7F4B-4578-8A05-239AE4B20E32}" destId="{A90BC9AE-BCED-4D17-84FE-008557196319}" srcOrd="1" destOrd="0" presId="urn:microsoft.com/office/officeart/2005/8/layout/hProcess4"/>
    <dgm:cxn modelId="{2B5D5C75-26AF-4F20-B894-F69B318B11A9}" type="presParOf" srcId="{3F90EC82-7F4B-4578-8A05-239AE4B20E32}" destId="{E902AEBE-1CDA-4ED9-96E3-32C3DA7AE744}" srcOrd="2" destOrd="0" presId="urn:microsoft.com/office/officeart/2005/8/layout/hProcess4"/>
    <dgm:cxn modelId="{897A4B28-2DE4-4CB4-B36F-E68BC2C4AB7E}" type="presParOf" srcId="{E902AEBE-1CDA-4ED9-96E3-32C3DA7AE744}" destId="{51C11D32-AD16-4912-BC15-D2D7EB4DA50C}" srcOrd="0" destOrd="0" presId="urn:microsoft.com/office/officeart/2005/8/layout/hProcess4"/>
    <dgm:cxn modelId="{C51904CC-CDD6-4C63-8FDE-E67CB350843E}" type="presParOf" srcId="{E902AEBE-1CDA-4ED9-96E3-32C3DA7AE744}" destId="{C9EAA5F7-385D-46FF-B051-8CBF1B7CA3CA}" srcOrd="1" destOrd="0" presId="urn:microsoft.com/office/officeart/2005/8/layout/hProcess4"/>
    <dgm:cxn modelId="{A8808B31-17E0-4A9E-A19A-3315847AC7D5}" type="presParOf" srcId="{E902AEBE-1CDA-4ED9-96E3-32C3DA7AE744}" destId="{3769921F-4FD9-447E-BACE-DA35654C1994}" srcOrd="2" destOrd="0" presId="urn:microsoft.com/office/officeart/2005/8/layout/hProcess4"/>
    <dgm:cxn modelId="{5CC144D1-743B-4667-812E-36C87DAC8074}" type="presParOf" srcId="{E902AEBE-1CDA-4ED9-96E3-32C3DA7AE744}" destId="{5DDFCF7E-51A8-493C-84B7-260E70170E3A}" srcOrd="3" destOrd="0" presId="urn:microsoft.com/office/officeart/2005/8/layout/hProcess4"/>
    <dgm:cxn modelId="{978AED7E-AF30-4FF9-B35B-64B5B574F192}" type="presParOf" srcId="{E902AEBE-1CDA-4ED9-96E3-32C3DA7AE744}" destId="{B06F256B-0115-4536-B786-58CD94330117}" srcOrd="4" destOrd="0" presId="urn:microsoft.com/office/officeart/2005/8/layout/hProcess4"/>
    <dgm:cxn modelId="{7894AA0D-56DC-4C3E-BAE4-7A727076F132}" type="presParOf" srcId="{3F90EC82-7F4B-4578-8A05-239AE4B20E32}" destId="{B331F335-B7E4-4DA5-8D54-9A92925E4537}" srcOrd="3" destOrd="0" presId="urn:microsoft.com/office/officeart/2005/8/layout/hProcess4"/>
    <dgm:cxn modelId="{74CFC70F-1B68-4324-9825-7ED48EEAF394}" type="presParOf" srcId="{3F90EC82-7F4B-4578-8A05-239AE4B20E32}" destId="{61F8FFD9-5C0A-464E-9FBD-21507FD3A4B1}" srcOrd="4" destOrd="0" presId="urn:microsoft.com/office/officeart/2005/8/layout/hProcess4"/>
    <dgm:cxn modelId="{564DEB46-F483-415A-8979-BA596BF3A9F8}" type="presParOf" srcId="{61F8FFD9-5C0A-464E-9FBD-21507FD3A4B1}" destId="{42B5E156-0D58-4AD4-8DA8-279E3A5F347B}" srcOrd="0" destOrd="0" presId="urn:microsoft.com/office/officeart/2005/8/layout/hProcess4"/>
    <dgm:cxn modelId="{E76AD9C0-BCF9-437B-B0FD-43D9A7FE5330}" type="presParOf" srcId="{61F8FFD9-5C0A-464E-9FBD-21507FD3A4B1}" destId="{71543AD4-3B17-494C-ACA2-D130C03DA0DC}" srcOrd="1" destOrd="0" presId="urn:microsoft.com/office/officeart/2005/8/layout/hProcess4"/>
    <dgm:cxn modelId="{D3255850-3252-41DF-94A4-3BA5AD37B1E6}" type="presParOf" srcId="{61F8FFD9-5C0A-464E-9FBD-21507FD3A4B1}" destId="{BC1FC7C0-FF68-4B95-BC52-80E869D4A9CF}" srcOrd="2" destOrd="0" presId="urn:microsoft.com/office/officeart/2005/8/layout/hProcess4"/>
    <dgm:cxn modelId="{0ECE1C5B-1E34-4037-B55B-A1BEB54FF18F}" type="presParOf" srcId="{61F8FFD9-5C0A-464E-9FBD-21507FD3A4B1}" destId="{DDB26AB1-F9F9-4EB8-8F44-5F96CC19892F}" srcOrd="3" destOrd="0" presId="urn:microsoft.com/office/officeart/2005/8/layout/hProcess4"/>
    <dgm:cxn modelId="{03C0752F-888F-489C-87A3-CB4C874D3D89}" type="presParOf" srcId="{61F8FFD9-5C0A-464E-9FBD-21507FD3A4B1}" destId="{BC7F0C23-39FF-45F0-B07C-C1158941C1B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1696DD-33AB-408C-A780-7C8DE28D46C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493C2E-CFCE-4D2E-9EB7-2D2DFB0E69B6}">
      <dgm:prSet phldrT="[Text]"/>
      <dgm:spPr/>
      <dgm:t>
        <a:bodyPr/>
        <a:lstStyle/>
        <a:p>
          <a:r>
            <a:rPr lang="en-US" dirty="0"/>
            <a:t>ES5</a:t>
          </a:r>
        </a:p>
      </dgm:t>
    </dgm:pt>
    <dgm:pt modelId="{E07EAC44-DE1B-4BC3-9661-7F460827933E}" type="parTrans" cxnId="{896E2AF2-9E00-4FF7-A1A9-59FAC4E98E46}">
      <dgm:prSet/>
      <dgm:spPr/>
      <dgm:t>
        <a:bodyPr/>
        <a:lstStyle/>
        <a:p>
          <a:endParaRPr lang="en-US"/>
        </a:p>
      </dgm:t>
    </dgm:pt>
    <dgm:pt modelId="{0B3110B5-6512-4EB8-90CB-C9B6A980C97B}" type="sibTrans" cxnId="{896E2AF2-9E00-4FF7-A1A9-59FAC4E98E46}">
      <dgm:prSet/>
      <dgm:spPr/>
      <dgm:t>
        <a:bodyPr/>
        <a:lstStyle/>
        <a:p>
          <a:endParaRPr lang="en-US"/>
        </a:p>
      </dgm:t>
    </dgm:pt>
    <dgm:pt modelId="{0CE7AE96-0E2B-48DD-80BD-A55CA2C532FB}">
      <dgm:prSet phldrT="[Text]"/>
      <dgm:spPr/>
      <dgm:t>
        <a:bodyPr/>
        <a:lstStyle/>
        <a:p>
          <a:r>
            <a:rPr lang="en-US" dirty="0"/>
            <a:t>ES6</a:t>
          </a:r>
        </a:p>
      </dgm:t>
    </dgm:pt>
    <dgm:pt modelId="{FA06C074-7F6B-4442-BF2E-25EC9A2F6841}" type="parTrans" cxnId="{84DB96A9-781E-4F0C-B112-99C957E0CCE7}">
      <dgm:prSet/>
      <dgm:spPr/>
      <dgm:t>
        <a:bodyPr/>
        <a:lstStyle/>
        <a:p>
          <a:endParaRPr lang="en-US"/>
        </a:p>
      </dgm:t>
    </dgm:pt>
    <dgm:pt modelId="{358E0920-EEC5-45B3-830B-382C1C454DA5}" type="sibTrans" cxnId="{84DB96A9-781E-4F0C-B112-99C957E0CCE7}">
      <dgm:prSet/>
      <dgm:spPr/>
      <dgm:t>
        <a:bodyPr/>
        <a:lstStyle/>
        <a:p>
          <a:endParaRPr lang="en-US"/>
        </a:p>
      </dgm:t>
    </dgm:pt>
    <dgm:pt modelId="{5C6E2A0B-F857-424B-8C09-DCFA65BACF9F}">
      <dgm:prSet phldrT="[Text]"/>
      <dgm:spPr/>
      <dgm:t>
        <a:bodyPr/>
        <a:lstStyle/>
        <a:p>
          <a:pPr>
            <a:buFontTx/>
            <a:buNone/>
          </a:pPr>
          <a:r>
            <a:rPr lang="es-ES" dirty="0" err="1"/>
            <a:t>var</a:t>
          </a:r>
          <a:r>
            <a:rPr lang="es-ES" dirty="0"/>
            <a:t> multiplyES5 = </a:t>
          </a:r>
          <a:r>
            <a:rPr lang="es-ES" dirty="0" err="1"/>
            <a:t>function</a:t>
          </a:r>
          <a:r>
            <a:rPr lang="es-ES" dirty="0"/>
            <a:t>(x, y) {</a:t>
          </a:r>
          <a:endParaRPr lang="en-US" dirty="0"/>
        </a:p>
      </dgm:t>
    </dgm:pt>
    <dgm:pt modelId="{BC7F6D22-C252-489B-BBB1-4F79678798E7}" type="sibTrans" cxnId="{7B4F17EF-A0E0-4D04-8AF4-BF35B8A74DAF}">
      <dgm:prSet/>
      <dgm:spPr/>
      <dgm:t>
        <a:bodyPr/>
        <a:lstStyle/>
        <a:p>
          <a:endParaRPr lang="en-US"/>
        </a:p>
      </dgm:t>
    </dgm:pt>
    <dgm:pt modelId="{1D394737-47A6-4078-8101-E67F16A67E46}" type="parTrans" cxnId="{7B4F17EF-A0E0-4D04-8AF4-BF35B8A74DAF}">
      <dgm:prSet/>
      <dgm:spPr/>
      <dgm:t>
        <a:bodyPr/>
        <a:lstStyle/>
        <a:p>
          <a:endParaRPr lang="en-US"/>
        </a:p>
      </dgm:t>
    </dgm:pt>
    <dgm:pt modelId="{86043FE7-5AD4-4D61-806D-C451967E429A}">
      <dgm:prSet/>
      <dgm:spPr/>
      <dgm:t>
        <a:bodyPr/>
        <a:lstStyle/>
        <a:p>
          <a:pPr>
            <a:buFontTx/>
            <a:buNone/>
          </a:pPr>
          <a:r>
            <a:rPr lang="en-US" dirty="0"/>
            <a:t>};</a:t>
          </a:r>
        </a:p>
      </dgm:t>
    </dgm:pt>
    <dgm:pt modelId="{215A91C4-3A3D-4BA5-A4B9-0BB94AB06263}" type="parTrans" cxnId="{D7CA2BEC-C477-4871-93DC-FEC7EC71B7CA}">
      <dgm:prSet/>
      <dgm:spPr/>
      <dgm:t>
        <a:bodyPr/>
        <a:lstStyle/>
        <a:p>
          <a:endParaRPr lang="en-US"/>
        </a:p>
      </dgm:t>
    </dgm:pt>
    <dgm:pt modelId="{411D7C93-D61F-41CE-8259-F0A333E1068A}" type="sibTrans" cxnId="{D7CA2BEC-C477-4871-93DC-FEC7EC71B7CA}">
      <dgm:prSet/>
      <dgm:spPr/>
      <dgm:t>
        <a:bodyPr/>
        <a:lstStyle/>
        <a:p>
          <a:endParaRPr lang="en-US"/>
        </a:p>
      </dgm:t>
    </dgm:pt>
    <dgm:pt modelId="{39070197-8661-4EE8-9BA7-8AE7264E5444}">
      <dgm:prSet phldrT="[Text]"/>
      <dgm:spPr/>
      <dgm:t>
        <a:bodyPr/>
        <a:lstStyle/>
        <a:p>
          <a:pPr>
            <a:buFontTx/>
            <a:buNone/>
          </a:pPr>
          <a:r>
            <a:rPr lang="en-US" dirty="0"/>
            <a:t>return x * y;</a:t>
          </a:r>
        </a:p>
      </dgm:t>
    </dgm:pt>
    <dgm:pt modelId="{9EB8C765-A644-441A-867B-8F3B3DC345A2}" type="parTrans" cxnId="{23ADF311-76B9-43DD-B3A0-E7F40FE6B7E1}">
      <dgm:prSet/>
      <dgm:spPr/>
      <dgm:t>
        <a:bodyPr/>
        <a:lstStyle/>
        <a:p>
          <a:endParaRPr lang="en-US"/>
        </a:p>
      </dgm:t>
    </dgm:pt>
    <dgm:pt modelId="{D0E63391-A3F6-4C78-B9D5-308A1B3F1391}" type="sibTrans" cxnId="{23ADF311-76B9-43DD-B3A0-E7F40FE6B7E1}">
      <dgm:prSet/>
      <dgm:spPr/>
      <dgm:t>
        <a:bodyPr/>
        <a:lstStyle/>
        <a:p>
          <a:endParaRPr lang="en-US"/>
        </a:p>
      </dgm:t>
    </dgm:pt>
    <dgm:pt modelId="{4E75A969-7BF0-423E-8CA3-0A4F52CA20B2}">
      <dgm:prSet phldrT="[Text]"/>
      <dgm:spPr/>
      <dgm:t>
        <a:bodyPr/>
        <a:lstStyle/>
        <a:p>
          <a:pPr>
            <a:buFontTx/>
            <a:buNone/>
          </a:pPr>
          <a:r>
            <a:rPr lang="es-ES" dirty="0" err="1"/>
            <a:t>const</a:t>
          </a:r>
          <a:r>
            <a:rPr lang="es-ES" dirty="0"/>
            <a:t> multiplyES6 = (x, y) =&gt; { </a:t>
          </a:r>
          <a:endParaRPr lang="en-US" dirty="0"/>
        </a:p>
      </dgm:t>
    </dgm:pt>
    <dgm:pt modelId="{08E97BD5-1BEE-4CF2-83B9-A63971C1BE5F}" type="sibTrans" cxnId="{13EA0175-55BE-4580-98ED-8B7496E58FA0}">
      <dgm:prSet/>
      <dgm:spPr/>
      <dgm:t>
        <a:bodyPr/>
        <a:lstStyle/>
        <a:p>
          <a:endParaRPr lang="en-US"/>
        </a:p>
      </dgm:t>
    </dgm:pt>
    <dgm:pt modelId="{0F05EBA8-273A-4FF0-984C-C827865A9F9A}" type="parTrans" cxnId="{13EA0175-55BE-4580-98ED-8B7496E58FA0}">
      <dgm:prSet/>
      <dgm:spPr/>
      <dgm:t>
        <a:bodyPr/>
        <a:lstStyle/>
        <a:p>
          <a:endParaRPr lang="en-US"/>
        </a:p>
      </dgm:t>
    </dgm:pt>
    <dgm:pt modelId="{EE3D4112-47AF-4261-9E8B-E27AE3DFC397}">
      <dgm:prSet phldrT="[Text]"/>
      <dgm:spPr/>
      <dgm:t>
        <a:bodyPr/>
        <a:lstStyle/>
        <a:p>
          <a:pPr>
            <a:buFontTx/>
            <a:buNone/>
          </a:pPr>
          <a:r>
            <a:rPr lang="es-ES" dirty="0" err="1"/>
            <a:t>return</a:t>
          </a:r>
          <a:r>
            <a:rPr lang="es-ES" dirty="0"/>
            <a:t> x * y</a:t>
          </a:r>
          <a:endParaRPr lang="en-US" dirty="0"/>
        </a:p>
      </dgm:t>
    </dgm:pt>
    <dgm:pt modelId="{0FEB9F37-DF71-4A86-97CD-0F019085AE91}" type="parTrans" cxnId="{0D96840D-3015-4887-B448-B9E86E3AA082}">
      <dgm:prSet/>
      <dgm:spPr/>
      <dgm:t>
        <a:bodyPr/>
        <a:lstStyle/>
        <a:p>
          <a:endParaRPr lang="en-US"/>
        </a:p>
      </dgm:t>
    </dgm:pt>
    <dgm:pt modelId="{77601A9B-3A47-48F6-A837-079F80F18F6A}" type="sibTrans" cxnId="{0D96840D-3015-4887-B448-B9E86E3AA082}">
      <dgm:prSet/>
      <dgm:spPr/>
      <dgm:t>
        <a:bodyPr/>
        <a:lstStyle/>
        <a:p>
          <a:endParaRPr lang="en-US"/>
        </a:p>
      </dgm:t>
    </dgm:pt>
    <dgm:pt modelId="{7981BFC3-3500-436B-A8DB-002545B2D7D0}">
      <dgm:prSet phldrT="[Text]"/>
      <dgm:spPr/>
      <dgm:t>
        <a:bodyPr/>
        <a:lstStyle/>
        <a:p>
          <a:pPr>
            <a:buFontTx/>
            <a:buNone/>
          </a:pPr>
          <a:r>
            <a:rPr lang="es-ES" dirty="0"/>
            <a:t>};</a:t>
          </a:r>
          <a:endParaRPr lang="en-US" dirty="0"/>
        </a:p>
      </dgm:t>
    </dgm:pt>
    <dgm:pt modelId="{EE68E3A7-F7C0-41E0-AB7E-1A7EA6D84556}" type="parTrans" cxnId="{A0A7AD21-0044-4557-9936-8B03CE2FA3F8}">
      <dgm:prSet/>
      <dgm:spPr/>
      <dgm:t>
        <a:bodyPr/>
        <a:lstStyle/>
        <a:p>
          <a:endParaRPr lang="en-US"/>
        </a:p>
      </dgm:t>
    </dgm:pt>
    <dgm:pt modelId="{1DDCEE2F-B140-4439-AB25-C1D67683B895}" type="sibTrans" cxnId="{A0A7AD21-0044-4557-9936-8B03CE2FA3F8}">
      <dgm:prSet/>
      <dgm:spPr/>
      <dgm:t>
        <a:bodyPr/>
        <a:lstStyle/>
        <a:p>
          <a:endParaRPr lang="en-US"/>
        </a:p>
      </dgm:t>
    </dgm:pt>
    <dgm:pt modelId="{AFF6B136-22BC-48D8-AB63-909AA56E1D94}" type="pres">
      <dgm:prSet presAssocID="{E91696DD-33AB-408C-A780-7C8DE28D46C7}" presName="linearFlow" presStyleCnt="0">
        <dgm:presLayoutVars>
          <dgm:dir/>
          <dgm:animLvl val="lvl"/>
          <dgm:resizeHandles val="exact"/>
        </dgm:presLayoutVars>
      </dgm:prSet>
      <dgm:spPr/>
    </dgm:pt>
    <dgm:pt modelId="{EC85D1D3-BB2A-4A57-9167-C00D77C5185E}" type="pres">
      <dgm:prSet presAssocID="{11493C2E-CFCE-4D2E-9EB7-2D2DFB0E69B6}" presName="composite" presStyleCnt="0"/>
      <dgm:spPr/>
    </dgm:pt>
    <dgm:pt modelId="{9D393CC2-7DB0-4133-8E69-D31C717391CC}" type="pres">
      <dgm:prSet presAssocID="{11493C2E-CFCE-4D2E-9EB7-2D2DFB0E69B6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7E917C9B-1DD6-4701-B174-9598E7ACDFF0}" type="pres">
      <dgm:prSet presAssocID="{11493C2E-CFCE-4D2E-9EB7-2D2DFB0E69B6}" presName="descendantText" presStyleLbl="alignAcc1" presStyleIdx="0" presStyleCnt="2">
        <dgm:presLayoutVars>
          <dgm:bulletEnabled val="1"/>
        </dgm:presLayoutVars>
      </dgm:prSet>
      <dgm:spPr/>
    </dgm:pt>
    <dgm:pt modelId="{D340DA28-9669-42EC-9D64-DAE3EE5199B9}" type="pres">
      <dgm:prSet presAssocID="{0B3110B5-6512-4EB8-90CB-C9B6A980C97B}" presName="sp" presStyleCnt="0"/>
      <dgm:spPr/>
    </dgm:pt>
    <dgm:pt modelId="{5A65A7E5-4E10-46C4-812A-3F7CF6983285}" type="pres">
      <dgm:prSet presAssocID="{0CE7AE96-0E2B-48DD-80BD-A55CA2C532FB}" presName="composite" presStyleCnt="0"/>
      <dgm:spPr/>
    </dgm:pt>
    <dgm:pt modelId="{AD012608-7AEF-4EA9-B65E-A6AB6000DF29}" type="pres">
      <dgm:prSet presAssocID="{0CE7AE96-0E2B-48DD-80BD-A55CA2C532FB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5489F229-9AE5-4C84-BF26-F3C586B452F9}" type="pres">
      <dgm:prSet presAssocID="{0CE7AE96-0E2B-48DD-80BD-A55CA2C532FB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0D96840D-3015-4887-B448-B9E86E3AA082}" srcId="{0CE7AE96-0E2B-48DD-80BD-A55CA2C532FB}" destId="{EE3D4112-47AF-4261-9E8B-E27AE3DFC397}" srcOrd="1" destOrd="0" parTransId="{0FEB9F37-DF71-4A86-97CD-0F019085AE91}" sibTransId="{77601A9B-3A47-48F6-A837-079F80F18F6A}"/>
    <dgm:cxn modelId="{23ADF311-76B9-43DD-B3A0-E7F40FE6B7E1}" srcId="{11493C2E-CFCE-4D2E-9EB7-2D2DFB0E69B6}" destId="{39070197-8661-4EE8-9BA7-8AE7264E5444}" srcOrd="1" destOrd="0" parTransId="{9EB8C765-A644-441A-867B-8F3B3DC345A2}" sibTransId="{D0E63391-A3F6-4C78-B9D5-308A1B3F1391}"/>
    <dgm:cxn modelId="{A0A7AD21-0044-4557-9936-8B03CE2FA3F8}" srcId="{0CE7AE96-0E2B-48DD-80BD-A55CA2C532FB}" destId="{7981BFC3-3500-436B-A8DB-002545B2D7D0}" srcOrd="2" destOrd="0" parTransId="{EE68E3A7-F7C0-41E0-AB7E-1A7EA6D84556}" sibTransId="{1DDCEE2F-B140-4439-AB25-C1D67683B895}"/>
    <dgm:cxn modelId="{C3456430-D3FD-48C1-A542-09B28253ECD4}" type="presOf" srcId="{39070197-8661-4EE8-9BA7-8AE7264E5444}" destId="{7E917C9B-1DD6-4701-B174-9598E7ACDFF0}" srcOrd="0" destOrd="1" presId="urn:microsoft.com/office/officeart/2005/8/layout/chevron2"/>
    <dgm:cxn modelId="{1DE4B460-765F-4503-968F-4CD76D5ACA67}" type="presOf" srcId="{E91696DD-33AB-408C-A780-7C8DE28D46C7}" destId="{AFF6B136-22BC-48D8-AB63-909AA56E1D94}" srcOrd="0" destOrd="0" presId="urn:microsoft.com/office/officeart/2005/8/layout/chevron2"/>
    <dgm:cxn modelId="{F550126A-4879-4D86-8601-3531EA06A59F}" type="presOf" srcId="{5C6E2A0B-F857-424B-8C09-DCFA65BACF9F}" destId="{7E917C9B-1DD6-4701-B174-9598E7ACDFF0}" srcOrd="0" destOrd="0" presId="urn:microsoft.com/office/officeart/2005/8/layout/chevron2"/>
    <dgm:cxn modelId="{DB6BEF4D-9071-4598-853B-73418AB9BBC5}" type="presOf" srcId="{EE3D4112-47AF-4261-9E8B-E27AE3DFC397}" destId="{5489F229-9AE5-4C84-BF26-F3C586B452F9}" srcOrd="0" destOrd="1" presId="urn:microsoft.com/office/officeart/2005/8/layout/chevron2"/>
    <dgm:cxn modelId="{13EA0175-55BE-4580-98ED-8B7496E58FA0}" srcId="{0CE7AE96-0E2B-48DD-80BD-A55CA2C532FB}" destId="{4E75A969-7BF0-423E-8CA3-0A4F52CA20B2}" srcOrd="0" destOrd="0" parTransId="{0F05EBA8-273A-4FF0-984C-C827865A9F9A}" sibTransId="{08E97BD5-1BEE-4CF2-83B9-A63971C1BE5F}"/>
    <dgm:cxn modelId="{69E9E09A-ADB9-4467-8F87-FBE57BCA6AAA}" type="presOf" srcId="{4E75A969-7BF0-423E-8CA3-0A4F52CA20B2}" destId="{5489F229-9AE5-4C84-BF26-F3C586B452F9}" srcOrd="0" destOrd="0" presId="urn:microsoft.com/office/officeart/2005/8/layout/chevron2"/>
    <dgm:cxn modelId="{84DB96A9-781E-4F0C-B112-99C957E0CCE7}" srcId="{E91696DD-33AB-408C-A780-7C8DE28D46C7}" destId="{0CE7AE96-0E2B-48DD-80BD-A55CA2C532FB}" srcOrd="1" destOrd="0" parTransId="{FA06C074-7F6B-4442-BF2E-25EC9A2F6841}" sibTransId="{358E0920-EEC5-45B3-830B-382C1C454DA5}"/>
    <dgm:cxn modelId="{B3F429AE-7CCE-490C-89DB-D2EB1C1796CE}" type="presOf" srcId="{11493C2E-CFCE-4D2E-9EB7-2D2DFB0E69B6}" destId="{9D393CC2-7DB0-4133-8E69-D31C717391CC}" srcOrd="0" destOrd="0" presId="urn:microsoft.com/office/officeart/2005/8/layout/chevron2"/>
    <dgm:cxn modelId="{934994CE-8F6A-484B-8CA9-392DCAA52DB3}" type="presOf" srcId="{86043FE7-5AD4-4D61-806D-C451967E429A}" destId="{7E917C9B-1DD6-4701-B174-9598E7ACDFF0}" srcOrd="0" destOrd="2" presId="urn:microsoft.com/office/officeart/2005/8/layout/chevron2"/>
    <dgm:cxn modelId="{B769B7CE-1E33-4558-96D5-BEF866B49C15}" type="presOf" srcId="{0CE7AE96-0E2B-48DD-80BD-A55CA2C532FB}" destId="{AD012608-7AEF-4EA9-B65E-A6AB6000DF29}" srcOrd="0" destOrd="0" presId="urn:microsoft.com/office/officeart/2005/8/layout/chevron2"/>
    <dgm:cxn modelId="{036D86D5-29D7-47FD-B442-C0C14140285E}" type="presOf" srcId="{7981BFC3-3500-436B-A8DB-002545B2D7D0}" destId="{5489F229-9AE5-4C84-BF26-F3C586B452F9}" srcOrd="0" destOrd="2" presId="urn:microsoft.com/office/officeart/2005/8/layout/chevron2"/>
    <dgm:cxn modelId="{D7CA2BEC-C477-4871-93DC-FEC7EC71B7CA}" srcId="{11493C2E-CFCE-4D2E-9EB7-2D2DFB0E69B6}" destId="{86043FE7-5AD4-4D61-806D-C451967E429A}" srcOrd="2" destOrd="0" parTransId="{215A91C4-3A3D-4BA5-A4B9-0BB94AB06263}" sibTransId="{411D7C93-D61F-41CE-8259-F0A333E1068A}"/>
    <dgm:cxn modelId="{7B4F17EF-A0E0-4D04-8AF4-BF35B8A74DAF}" srcId="{11493C2E-CFCE-4D2E-9EB7-2D2DFB0E69B6}" destId="{5C6E2A0B-F857-424B-8C09-DCFA65BACF9F}" srcOrd="0" destOrd="0" parTransId="{1D394737-47A6-4078-8101-E67F16A67E46}" sibTransId="{BC7F6D22-C252-489B-BBB1-4F79678798E7}"/>
    <dgm:cxn modelId="{896E2AF2-9E00-4FF7-A1A9-59FAC4E98E46}" srcId="{E91696DD-33AB-408C-A780-7C8DE28D46C7}" destId="{11493C2E-CFCE-4D2E-9EB7-2D2DFB0E69B6}" srcOrd="0" destOrd="0" parTransId="{E07EAC44-DE1B-4BC3-9661-7F460827933E}" sibTransId="{0B3110B5-6512-4EB8-90CB-C9B6A980C97B}"/>
    <dgm:cxn modelId="{DC2C5BAD-B305-4BC9-A7F4-BC1D2476B19B}" type="presParOf" srcId="{AFF6B136-22BC-48D8-AB63-909AA56E1D94}" destId="{EC85D1D3-BB2A-4A57-9167-C00D77C5185E}" srcOrd="0" destOrd="0" presId="urn:microsoft.com/office/officeart/2005/8/layout/chevron2"/>
    <dgm:cxn modelId="{3A605F51-E475-4CFC-86AC-642EBD791E79}" type="presParOf" srcId="{EC85D1D3-BB2A-4A57-9167-C00D77C5185E}" destId="{9D393CC2-7DB0-4133-8E69-D31C717391CC}" srcOrd="0" destOrd="0" presId="urn:microsoft.com/office/officeart/2005/8/layout/chevron2"/>
    <dgm:cxn modelId="{5D53B7E7-8A21-45F9-93BD-6EA87FF0F556}" type="presParOf" srcId="{EC85D1D3-BB2A-4A57-9167-C00D77C5185E}" destId="{7E917C9B-1DD6-4701-B174-9598E7ACDFF0}" srcOrd="1" destOrd="0" presId="urn:microsoft.com/office/officeart/2005/8/layout/chevron2"/>
    <dgm:cxn modelId="{C920DEEA-22FC-4DB0-9A1B-CA175615B532}" type="presParOf" srcId="{AFF6B136-22BC-48D8-AB63-909AA56E1D94}" destId="{D340DA28-9669-42EC-9D64-DAE3EE5199B9}" srcOrd="1" destOrd="0" presId="urn:microsoft.com/office/officeart/2005/8/layout/chevron2"/>
    <dgm:cxn modelId="{FEF9318A-B539-4E58-B0D7-10466FE27F65}" type="presParOf" srcId="{AFF6B136-22BC-48D8-AB63-909AA56E1D94}" destId="{5A65A7E5-4E10-46C4-812A-3F7CF6983285}" srcOrd="2" destOrd="0" presId="urn:microsoft.com/office/officeart/2005/8/layout/chevron2"/>
    <dgm:cxn modelId="{72EB47E0-4887-4185-80E1-E699E5CA3890}" type="presParOf" srcId="{5A65A7E5-4E10-46C4-812A-3F7CF6983285}" destId="{AD012608-7AEF-4EA9-B65E-A6AB6000DF29}" srcOrd="0" destOrd="0" presId="urn:microsoft.com/office/officeart/2005/8/layout/chevron2"/>
    <dgm:cxn modelId="{D4CC4315-90F0-40F2-9AD6-F0F2E8D73F33}" type="presParOf" srcId="{5A65A7E5-4E10-46C4-812A-3F7CF6983285}" destId="{5489F229-9AE5-4C84-BF26-F3C586B452F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21B60-8E9A-47FB-8C79-80E8BE490620}">
      <dsp:nvSpPr>
        <dsp:cNvPr id="0" name=""/>
        <dsp:cNvSpPr/>
      </dsp:nvSpPr>
      <dsp:spPr>
        <a:xfrm>
          <a:off x="4631" y="2091283"/>
          <a:ext cx="2042319" cy="168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latin typeface="+mj-lt"/>
            </a:rPr>
            <a:t>The  keyword is used in all JavaScript code from 1995 to 2015.</a:t>
          </a:r>
          <a:endParaRPr lang="en-US" sz="1700" kern="1200" dirty="0">
            <a:latin typeface="+mj-lt"/>
          </a:endParaRPr>
        </a:p>
      </dsp:txBody>
      <dsp:txXfrm>
        <a:off x="43396" y="2130048"/>
        <a:ext cx="1964789" cy="1245994"/>
      </dsp:txXfrm>
    </dsp:sp>
    <dsp:sp modelId="{A90BC9AE-BCED-4D17-84FE-008557196319}">
      <dsp:nvSpPr>
        <dsp:cNvPr id="0" name=""/>
        <dsp:cNvSpPr/>
      </dsp:nvSpPr>
      <dsp:spPr>
        <a:xfrm>
          <a:off x="914900" y="2433288"/>
          <a:ext cx="2829338" cy="2314538"/>
        </a:xfrm>
        <a:prstGeom prst="leftCircularArrow">
          <a:avLst>
            <a:gd name="adj1" fmla="val 1987"/>
            <a:gd name="adj2" fmla="val 238000"/>
            <a:gd name="adj3" fmla="val 2016016"/>
            <a:gd name="adj4" fmla="val 9026994"/>
            <a:gd name="adj5" fmla="val 231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7CF45-CE9F-4C20-9C75-72ED184E10AB}">
      <dsp:nvSpPr>
        <dsp:cNvPr id="0" name=""/>
        <dsp:cNvSpPr/>
      </dsp:nvSpPr>
      <dsp:spPr>
        <a:xfrm>
          <a:off x="458479" y="3414808"/>
          <a:ext cx="1815394" cy="7219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915" tIns="54610" rIns="81915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VAR</a:t>
          </a:r>
        </a:p>
      </dsp:txBody>
      <dsp:txXfrm>
        <a:off x="479623" y="3435952"/>
        <a:ext cx="1773106" cy="679634"/>
      </dsp:txXfrm>
    </dsp:sp>
    <dsp:sp modelId="{C9EAA5F7-385D-46FF-B051-8CBF1B7CA3CA}">
      <dsp:nvSpPr>
        <dsp:cNvPr id="0" name=""/>
        <dsp:cNvSpPr/>
      </dsp:nvSpPr>
      <dsp:spPr>
        <a:xfrm>
          <a:off x="2492887" y="1893402"/>
          <a:ext cx="2483562" cy="2077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7677"/>
              <a:satOff val="-17244"/>
              <a:lumOff val="-883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+mj-lt"/>
            </a:rPr>
            <a:t>The  keyword allows you to declare a variable with block scope.</a:t>
          </a:r>
          <a:r>
            <a:rPr lang="en-US" sz="1800" kern="1200" dirty="0">
              <a:latin typeface="+mj-lt"/>
            </a:rPr>
            <a:t>. </a:t>
          </a:r>
        </a:p>
      </dsp:txBody>
      <dsp:txXfrm>
        <a:off x="2540695" y="2386376"/>
        <a:ext cx="2387946" cy="1536660"/>
      </dsp:txXfrm>
    </dsp:sp>
    <dsp:sp modelId="{B331F335-B7E4-4DA5-8D54-9A92925E4537}">
      <dsp:nvSpPr>
        <dsp:cNvPr id="0" name=""/>
        <dsp:cNvSpPr/>
      </dsp:nvSpPr>
      <dsp:spPr>
        <a:xfrm>
          <a:off x="3789442" y="655912"/>
          <a:ext cx="2354391" cy="2983556"/>
        </a:xfrm>
        <a:prstGeom prst="circularArrow">
          <a:avLst>
            <a:gd name="adj1" fmla="val 1964"/>
            <a:gd name="adj2" fmla="val 235062"/>
            <a:gd name="adj3" fmla="val 20053767"/>
            <a:gd name="adj4" fmla="val 13039850"/>
            <a:gd name="adj5" fmla="val 2291"/>
          </a:avLst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FCF7E-51A8-493C-84B7-260E70170E3A}">
      <dsp:nvSpPr>
        <dsp:cNvPr id="0" name=""/>
        <dsp:cNvSpPr/>
      </dsp:nvSpPr>
      <dsp:spPr>
        <a:xfrm>
          <a:off x="3167357" y="1467727"/>
          <a:ext cx="1815394" cy="721922"/>
        </a:xfrm>
        <a:prstGeom prst="roundRect">
          <a:avLst>
            <a:gd name="adj" fmla="val 10000"/>
          </a:avLst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915" tIns="54610" rIns="81915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LET</a:t>
          </a:r>
        </a:p>
      </dsp:txBody>
      <dsp:txXfrm>
        <a:off x="3188501" y="1488871"/>
        <a:ext cx="1773106" cy="679634"/>
      </dsp:txXfrm>
    </dsp:sp>
    <dsp:sp modelId="{71543AD4-3B17-494C-ACA2-D130C03DA0DC}">
      <dsp:nvSpPr>
        <dsp:cNvPr id="0" name=""/>
        <dsp:cNvSpPr/>
      </dsp:nvSpPr>
      <dsp:spPr>
        <a:xfrm>
          <a:off x="5201765" y="2091283"/>
          <a:ext cx="2042319" cy="168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353"/>
              <a:satOff val="-34487"/>
              <a:lumOff val="-1766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+mj-lt"/>
            </a:rPr>
            <a:t>Constants are similar to let variables, except that the value cannot be changed</a:t>
          </a:r>
          <a:r>
            <a:rPr lang="en-US" sz="1500" b="0" i="0" kern="1200" dirty="0"/>
            <a:t>.</a:t>
          </a:r>
          <a:endParaRPr lang="en-US" sz="1500" kern="1200" dirty="0"/>
        </a:p>
      </dsp:txBody>
      <dsp:txXfrm>
        <a:off x="5240530" y="2130048"/>
        <a:ext cx="1964789" cy="1245994"/>
      </dsp:txXfrm>
    </dsp:sp>
    <dsp:sp modelId="{DDB26AB1-F9F9-4EB8-8F44-5F96CC19892F}">
      <dsp:nvSpPr>
        <dsp:cNvPr id="0" name=""/>
        <dsp:cNvSpPr/>
      </dsp:nvSpPr>
      <dsp:spPr>
        <a:xfrm>
          <a:off x="5655614" y="3632468"/>
          <a:ext cx="1815394" cy="721922"/>
        </a:xfrm>
        <a:prstGeom prst="roundRect">
          <a:avLst>
            <a:gd name="adj" fmla="val 10000"/>
          </a:avLst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915" tIns="54610" rIns="81915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CONST</a:t>
          </a:r>
        </a:p>
      </dsp:txBody>
      <dsp:txXfrm>
        <a:off x="5676758" y="3653612"/>
        <a:ext cx="1773106" cy="679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93CC2-7DB0-4133-8E69-D31C717391CC}">
      <dsp:nvSpPr>
        <dsp:cNvPr id="0" name=""/>
        <dsp:cNvSpPr/>
      </dsp:nvSpPr>
      <dsp:spPr>
        <a:xfrm rot="5400000">
          <a:off x="-283261" y="285002"/>
          <a:ext cx="1888412" cy="132188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ES5</a:t>
          </a:r>
        </a:p>
      </dsp:txBody>
      <dsp:txXfrm rot="-5400000">
        <a:off x="1" y="662686"/>
        <a:ext cx="1321889" cy="566523"/>
      </dsp:txXfrm>
    </dsp:sp>
    <dsp:sp modelId="{7E917C9B-1DD6-4701-B174-9598E7ACDFF0}">
      <dsp:nvSpPr>
        <dsp:cNvPr id="0" name=""/>
        <dsp:cNvSpPr/>
      </dsp:nvSpPr>
      <dsp:spPr>
        <a:xfrm rot="5400000">
          <a:off x="3688938" y="-2365309"/>
          <a:ext cx="1227468" cy="59615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s-ES" sz="2400" kern="1200" dirty="0" err="1"/>
            <a:t>var</a:t>
          </a:r>
          <a:r>
            <a:rPr lang="es-ES" sz="2400" kern="1200" dirty="0"/>
            <a:t> multiplyES5 = </a:t>
          </a:r>
          <a:r>
            <a:rPr lang="es-ES" sz="2400" kern="1200" dirty="0" err="1"/>
            <a:t>function</a:t>
          </a:r>
          <a:r>
            <a:rPr lang="es-ES" sz="2400" kern="1200" dirty="0"/>
            <a:t>(x, y) {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return x * y;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};</a:t>
          </a:r>
        </a:p>
      </dsp:txBody>
      <dsp:txXfrm rot="-5400000">
        <a:off x="1321889" y="61660"/>
        <a:ext cx="5901647" cy="1107628"/>
      </dsp:txXfrm>
    </dsp:sp>
    <dsp:sp modelId="{AD012608-7AEF-4EA9-B65E-A6AB6000DF29}">
      <dsp:nvSpPr>
        <dsp:cNvPr id="0" name=""/>
        <dsp:cNvSpPr/>
      </dsp:nvSpPr>
      <dsp:spPr>
        <a:xfrm rot="5400000">
          <a:off x="-283261" y="1883604"/>
          <a:ext cx="1888412" cy="132188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ES6</a:t>
          </a:r>
        </a:p>
      </dsp:txBody>
      <dsp:txXfrm rot="-5400000">
        <a:off x="1" y="2261288"/>
        <a:ext cx="1321889" cy="566523"/>
      </dsp:txXfrm>
    </dsp:sp>
    <dsp:sp modelId="{5489F229-9AE5-4C84-BF26-F3C586B452F9}">
      <dsp:nvSpPr>
        <dsp:cNvPr id="0" name=""/>
        <dsp:cNvSpPr/>
      </dsp:nvSpPr>
      <dsp:spPr>
        <a:xfrm rot="5400000">
          <a:off x="3688938" y="-766707"/>
          <a:ext cx="1227468" cy="59615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s-ES" sz="2400" kern="1200" dirty="0" err="1"/>
            <a:t>const</a:t>
          </a:r>
          <a:r>
            <a:rPr lang="es-ES" sz="2400" kern="1200" dirty="0"/>
            <a:t> multiplyES6 = (x, y) =&gt; {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s-ES" sz="2400" kern="1200" dirty="0" err="1"/>
            <a:t>return</a:t>
          </a:r>
          <a:r>
            <a:rPr lang="es-ES" sz="2400" kern="1200" dirty="0"/>
            <a:t> x * y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s-ES" sz="2400" kern="1200" dirty="0"/>
            <a:t>};</a:t>
          </a:r>
          <a:endParaRPr lang="en-US" sz="2400" kern="1200" dirty="0"/>
        </a:p>
      </dsp:txBody>
      <dsp:txXfrm rot="-5400000">
        <a:off x="1321889" y="1660262"/>
        <a:ext cx="5901647" cy="1107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0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2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0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2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1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9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://www.jsbi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526C9-A8C7-41E6-85BB-39F06C858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Modern </a:t>
            </a:r>
            <a:r>
              <a:rPr lang="en-US" sz="4400" dirty="0" err="1">
                <a:solidFill>
                  <a:schemeClr val="tx1"/>
                </a:solidFill>
              </a:rPr>
              <a:t>Javascript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INTRODUCTION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03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6555-6CEE-AACD-7318-880E486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531"/>
            <a:ext cx="10058400" cy="5683562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800" b="1" dirty="0">
                <a:latin typeface="+mj-lt"/>
              </a:rPr>
              <a:t>What is ES6? Why Should we use ES6?</a:t>
            </a:r>
          </a:p>
          <a:p>
            <a:endParaRPr lang="en-US" sz="2000" dirty="0"/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Es6 stands for ECMAScript released in 2015.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ECMAScript is a base language for all scripting languages.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JavaScript ES6 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+mj-lt"/>
              </a:rPr>
              <a:t>brings new syntax and new awesome features to make your code more modern and more readable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.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It allows you to write less code and do more.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02124"/>
                </a:solidFill>
                <a:effectLst/>
                <a:latin typeface="+mj-lt"/>
              </a:rPr>
              <a:t>ES6 introduces us to many great features like arrow functions, template strings, class destruction, Modules… and more.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18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0FEB-10C0-31DB-777A-4BB514A1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1210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New Features in ES6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270713-CF02-8F07-C990-0DA6FBD0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1921565"/>
            <a:ext cx="4578777" cy="4267199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4500" spc="-50" dirty="0">
                <a:latin typeface="+mj-lt"/>
                <a:ea typeface="+mj-ea"/>
                <a:cs typeface="+mj-cs"/>
              </a:rPr>
              <a:t>The let keyword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The const keyword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Arrow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For/of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Map Objects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Set Objects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Promises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Symbol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Default Parameters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78D8767-C2B6-5F78-9EE3-06DE096B6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014330"/>
            <a:ext cx="4639736" cy="4267199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 err="1">
                <a:latin typeface="+mj-lt"/>
                <a:ea typeface="+mj-ea"/>
                <a:cs typeface="+mj-cs"/>
              </a:rPr>
              <a:t>Array.from</a:t>
            </a:r>
            <a:r>
              <a:rPr lang="en-US" sz="4500" spc="-50" dirty="0">
                <a:latin typeface="+mj-lt"/>
                <a:ea typeface="+mj-ea"/>
                <a:cs typeface="+mj-cs"/>
              </a:rPr>
              <a:t>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Array keys()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Array find()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Array </a:t>
            </a:r>
            <a:r>
              <a:rPr lang="en-US" sz="4500" spc="-50" dirty="0" err="1">
                <a:latin typeface="+mj-lt"/>
                <a:ea typeface="+mj-ea"/>
                <a:cs typeface="+mj-cs"/>
              </a:rPr>
              <a:t>findIndex</a:t>
            </a:r>
            <a:r>
              <a:rPr lang="en-US" sz="4500" spc="-50" dirty="0">
                <a:latin typeface="+mj-lt"/>
                <a:ea typeface="+mj-ea"/>
                <a:cs typeface="+mj-cs"/>
              </a:rPr>
              <a:t>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Object entries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JavaScript Modules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 err="1">
                <a:latin typeface="+mj-lt"/>
                <a:ea typeface="+mj-ea"/>
                <a:cs typeface="+mj-cs"/>
              </a:rPr>
              <a:t>String.includes</a:t>
            </a:r>
            <a:r>
              <a:rPr lang="en-US" sz="4500" spc="-50" dirty="0">
                <a:latin typeface="+mj-lt"/>
                <a:ea typeface="+mj-ea"/>
                <a:cs typeface="+mj-cs"/>
              </a:rPr>
              <a:t>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 err="1">
                <a:latin typeface="+mj-lt"/>
                <a:ea typeface="+mj-ea"/>
                <a:cs typeface="+mj-cs"/>
              </a:rPr>
              <a:t>String.startsWith</a:t>
            </a:r>
            <a:r>
              <a:rPr lang="en-US" sz="4500" spc="-50" dirty="0">
                <a:latin typeface="+mj-lt"/>
                <a:ea typeface="+mj-ea"/>
                <a:cs typeface="+mj-cs"/>
              </a:rPr>
              <a:t>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500" spc="-50" dirty="0">
                <a:latin typeface="+mj-lt"/>
                <a:ea typeface="+mj-ea"/>
                <a:cs typeface="+mj-cs"/>
              </a:rPr>
              <a:t>Function Rest Parameter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83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422CB-EBC9-4703-870C-8981A495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48" y="516835"/>
            <a:ext cx="3538330" cy="5844208"/>
          </a:xfrm>
        </p:spPr>
        <p:txBody>
          <a:bodyPr anchor="ctr">
            <a:normAutofit/>
          </a:bodyPr>
          <a:lstStyle/>
          <a:p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New Way of Declaring Variables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  <a:hlinkClick r:id="rId2"/>
              </a:rPr>
              <a:t>www.jsbin.com</a:t>
            </a:r>
            <a:r>
              <a:rPr lang="en-US" sz="2000" dirty="0">
                <a:solidFill>
                  <a:schemeClr val="bg1"/>
                </a:solidFill>
              </a:rPr>
              <a:t> for practice.</a:t>
            </a:r>
          </a:p>
        </p:txBody>
      </p:sp>
      <p:graphicFrame>
        <p:nvGraphicFramePr>
          <p:cNvPr id="7" name="Content Placeholder 2" descr="SmartArt timeline">
            <a:extLst>
              <a:ext uri="{FF2B5EF4-FFF2-40B4-BE49-F238E27FC236}">
                <a16:creationId xmlns:a16="http://schemas.microsoft.com/office/drawing/2014/main" id="{4279E28C-3AD3-4230-B1D6-C039672D1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094744"/>
              </p:ext>
            </p:extLst>
          </p:nvPr>
        </p:nvGraphicFramePr>
        <p:xfrm>
          <a:off x="4063899" y="639763"/>
          <a:ext cx="7475640" cy="58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251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422CB-EBC9-4703-870C-8981A495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ARROW FUNCTION IN ES6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C5A48-5FCB-F67D-6586-9BCA2C0F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2" y="516836"/>
            <a:ext cx="6146358" cy="185530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Arrow functions were introduced in ES6.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Arrow functions allow us to write shorter function syntax: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	</a:t>
            </a:r>
            <a:r>
              <a:rPr lang="en-US" sz="3000" dirty="0">
                <a:latin typeface="+mj-lt"/>
              </a:rPr>
              <a:t>hello = () =&gt; "Hello World!";</a:t>
            </a:r>
            <a:endParaRPr lang="en-US" sz="2800" dirty="0">
              <a:latin typeface="+mj-lt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DF7F29-0F7E-1224-94C5-ACE957BBE14F}"/>
              </a:ext>
            </a:extLst>
          </p:cNvPr>
          <p:cNvSpPr/>
          <p:nvPr/>
        </p:nvSpPr>
        <p:spPr>
          <a:xfrm rot="20061574">
            <a:off x="306547" y="3603790"/>
            <a:ext cx="3856383" cy="155210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8" name="Graphic 17" descr="Line arrow Slight curve">
            <a:extLst>
              <a:ext uri="{FF2B5EF4-FFF2-40B4-BE49-F238E27FC236}">
                <a16:creationId xmlns:a16="http://schemas.microsoft.com/office/drawing/2014/main" id="{995C4D51-DEBA-AA53-4A00-82C0B2549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961252">
            <a:off x="10785229" y="1485516"/>
            <a:ext cx="1141728" cy="1141728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80942CA6-A22F-F6CB-A494-77D0D0BE3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0238920"/>
              </p:ext>
            </p:extLst>
          </p:nvPr>
        </p:nvGraphicFramePr>
        <p:xfrm>
          <a:off x="4416173" y="3056078"/>
          <a:ext cx="7283457" cy="3490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7012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7214-353D-4F85-849A-3867FEF9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ARROW FUNCTION WITH “THIS”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037E4-5B0F-F521-6EF7-AC08BE4F9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7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D560-5D02-1F09-DE3B-372BFA30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9270"/>
            <a:ext cx="9530963" cy="848140"/>
          </a:xfrm>
        </p:spPr>
        <p:txBody>
          <a:bodyPr/>
          <a:lstStyle/>
          <a:p>
            <a:r>
              <a:rPr lang="en-US" dirty="0"/>
              <a:t>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A7333-1DBA-922A-616B-FC942793F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297" y="848142"/>
            <a:ext cx="10058400" cy="1285459"/>
          </a:xfrm>
        </p:spPr>
        <p:txBody>
          <a:bodyPr>
            <a:normAutofit fontScale="85000" lnSpcReduction="10000"/>
          </a:bodyPr>
          <a:lstStyle/>
          <a:p>
            <a:r>
              <a:rPr lang="en-US" sz="2600" dirty="0">
                <a:latin typeface="+mj-lt"/>
              </a:rPr>
              <a:t>A new and fast way to deal with strings is Template Literals or Template String. We don’t have to use the plus (+) operator to concatenate strings, or when we want to use a variable inside a string.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9CF25-2B49-36DA-5DB0-E791B741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047668"/>
            <a:ext cx="10164417" cy="2166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FFC9A2-B931-F84E-4B17-480EC18F7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8" y="4363484"/>
            <a:ext cx="10164417" cy="199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7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FBCB-8C81-8D04-5531-3A763BEC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DESTRUCTURING ARRAY &amp; OBJECT IN ES6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9272-FBC5-4397-BD1E-3DE50E09B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Destructuring</a:t>
            </a:r>
            <a:r>
              <a:rPr lang="en-US" dirty="0"/>
              <a:t> is a powerful way to create variables from values in arrays and objects, It</a:t>
            </a:r>
          </a:p>
          <a:p>
            <a:r>
              <a:rPr lang="en-US" dirty="0"/>
              <a:t>will make your code simpler. Keep in mind that </a:t>
            </a:r>
            <a:r>
              <a:rPr lang="en-US" dirty="0" err="1"/>
              <a:t>destructuring</a:t>
            </a:r>
            <a:r>
              <a:rPr lang="en-US" dirty="0"/>
              <a:t> is part of the ES2015 (aka</a:t>
            </a:r>
          </a:p>
          <a:p>
            <a:r>
              <a:rPr lang="en-US" dirty="0"/>
              <a:t>ES6)</a:t>
            </a:r>
          </a:p>
          <a:p>
            <a:r>
              <a:rPr lang="en-US" sz="4000" spc="-50" dirty="0">
                <a:latin typeface="+mj-lt"/>
                <a:ea typeface="+mj-ea"/>
                <a:cs typeface="+mj-cs"/>
              </a:rPr>
              <a:t>Array </a:t>
            </a:r>
            <a:r>
              <a:rPr lang="en-US" sz="4000" spc="-50" dirty="0" err="1">
                <a:latin typeface="+mj-lt"/>
                <a:ea typeface="+mj-ea"/>
                <a:cs typeface="+mj-cs"/>
              </a:rPr>
              <a:t>Destructuring</a:t>
            </a:r>
            <a:endParaRPr lang="en-US" sz="4000" spc="-50" dirty="0">
              <a:latin typeface="+mj-lt"/>
              <a:ea typeface="+mj-ea"/>
              <a:cs typeface="+mj-cs"/>
            </a:endParaRPr>
          </a:p>
          <a:p>
            <a:r>
              <a:rPr lang="en-US" dirty="0"/>
              <a:t>If you want to assign the values of an array to separate variables, you can take</a:t>
            </a:r>
          </a:p>
          <a:p>
            <a:r>
              <a:rPr lang="en-US" dirty="0"/>
              <a:t>advantage of </a:t>
            </a:r>
            <a:r>
              <a:rPr lang="en-US" dirty="0" err="1"/>
              <a:t>destructuring</a:t>
            </a:r>
            <a:r>
              <a:rPr lang="en-US" dirty="0"/>
              <a:t> to achieve your goal in a simple, clean way. No need to use</a:t>
            </a:r>
          </a:p>
          <a:p>
            <a:r>
              <a:rPr lang="en-US" dirty="0"/>
              <a:t>indexes or loops!</a:t>
            </a:r>
          </a:p>
        </p:txBody>
      </p:sp>
    </p:spTree>
    <p:extLst>
      <p:ext uri="{BB962C8B-B14F-4D97-AF65-F5344CB8AC3E}">
        <p14:creationId xmlns:p14="http://schemas.microsoft.com/office/powerpoint/2010/main" val="306681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77CFF5-EFFA-1A40-3FF3-5F15CC92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30" y="609599"/>
            <a:ext cx="10230679" cy="522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ADCB-4593-80B7-E8BF-1B35B1BD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Destructuring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D4F32-125C-41D6-0E50-E080BC92B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810506"/>
            <a:ext cx="10058400" cy="376089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We can also use the </a:t>
            </a:r>
            <a:r>
              <a:rPr lang="en-US" sz="2000" dirty="0" err="1">
                <a:latin typeface="+mj-lt"/>
              </a:rPr>
              <a:t>destructuring</a:t>
            </a:r>
            <a:r>
              <a:rPr lang="en-US" sz="2000" dirty="0">
                <a:latin typeface="+mj-lt"/>
              </a:rPr>
              <a:t> assignment syntax to assign object values to</a:t>
            </a:r>
          </a:p>
          <a:p>
            <a:r>
              <a:rPr lang="en-US" sz="2000" dirty="0">
                <a:latin typeface="+mj-lt"/>
              </a:rPr>
              <a:t>variables. It’s pretty similar to what we did with arrays</a:t>
            </a:r>
          </a:p>
        </p:txBody>
      </p:sp>
    </p:spTree>
    <p:extLst>
      <p:ext uri="{BB962C8B-B14F-4D97-AF65-F5344CB8AC3E}">
        <p14:creationId xmlns:p14="http://schemas.microsoft.com/office/powerpoint/2010/main" val="424638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E2F22-384C-1808-C7BC-B5AE3F4D7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1287" y="319157"/>
            <a:ext cx="5353879" cy="58033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D39A1-46DB-4701-F3DD-3417B531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07" y="319156"/>
            <a:ext cx="5391150" cy="58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14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9B04-0C2C-DC38-FCDC-A7B8D44A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&amp; EXPORT KEYWORDS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2CD5-5EE6-FD55-4ED4-40F1F0962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module</a:t>
            </a:r>
            <a:r>
              <a:rPr lang="en-US" sz="2000" dirty="0">
                <a:latin typeface="+mj-lt"/>
              </a:rPr>
              <a:t> is just a file.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One script is one module.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Modules can load each other and use special directives export and import to interchange functionality, call functions of one module from another one: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export keyword labels variables and functions that should be accessible from outside the current module.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import allows the import of functionality from other modules.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Using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Import &amp; Export </a:t>
            </a:r>
            <a:r>
              <a:rPr lang="en-US" sz="2000" dirty="0">
                <a:latin typeface="+mj-lt"/>
              </a:rPr>
              <a:t>in your JavaScript application makes it more powerful. They allow you to create separate and reusable components.</a:t>
            </a:r>
          </a:p>
        </p:txBody>
      </p:sp>
    </p:spTree>
    <p:extLst>
      <p:ext uri="{BB962C8B-B14F-4D97-AF65-F5344CB8AC3E}">
        <p14:creationId xmlns:p14="http://schemas.microsoft.com/office/powerpoint/2010/main" val="831253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1D183-4A53-995E-1016-D43DBB50A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73" y="1966912"/>
            <a:ext cx="7262193" cy="29241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3760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8F788-8184-C5BD-3696-3EDC5503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49" y="0"/>
            <a:ext cx="10506225" cy="3603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E4691-03BD-812F-08E8-0C09894D8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40" y="3741875"/>
            <a:ext cx="5816255" cy="2420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A306F0-37B9-8244-5D17-7D6189D2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386" y="3741875"/>
            <a:ext cx="5316814" cy="242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32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2CFB-5344-00FA-7BE1-83342644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45" y="119271"/>
            <a:ext cx="10493071" cy="869637"/>
          </a:xfrm>
        </p:spPr>
        <p:txBody>
          <a:bodyPr>
            <a:normAutofit/>
          </a:bodyPr>
          <a:lstStyle/>
          <a:p>
            <a:r>
              <a:rPr lang="en-US" sz="4400" dirty="0"/>
              <a:t>PROMISES IN MODERN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BEB6-D93E-A607-DD58-A189F0CB2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38565"/>
            <a:ext cx="10058400" cy="167691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Promises are a new feature of ES6. It’s a method to write asynchronous code. It can be used when, for example, we want to fetch data from an API, or when we have a function that takes time to be executed. Promises make it easier to solve the problem, so let’s create our first Promise!</a:t>
            </a:r>
          </a:p>
          <a:p>
            <a:endParaRPr lang="en-US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3C41D-72CA-58E9-9B63-91DB8728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87" y="2797243"/>
            <a:ext cx="6844748" cy="31718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9A4C0-33A3-88CF-9134-D1D367FF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606" y="5992259"/>
            <a:ext cx="10858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0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9B04F5-1AFB-2BC3-3299-6AA0A297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00" y="530087"/>
            <a:ext cx="10270430" cy="54757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786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B4D6-5AAA-2E07-5E31-62EAED09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3839"/>
            <a:ext cx="10058400" cy="800075"/>
          </a:xfrm>
        </p:spPr>
        <p:txBody>
          <a:bodyPr/>
          <a:lstStyle/>
          <a:p>
            <a:r>
              <a:rPr lang="en-US" dirty="0"/>
              <a:t>REST &amp; SPREAD OPERATOR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64CA-9EDB-2F67-C96B-4C7009F0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980662"/>
            <a:ext cx="10058400" cy="98066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ES6 has some great features that make working with function parameters and arrays extremely easy. Let’s take a look at two of these features: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spread operator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and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rest parameters</a:t>
            </a:r>
            <a:r>
              <a:rPr lang="en-US" b="1" dirty="0">
                <a:latin typeface="+mj-l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D8421-8043-38AD-A272-C1568C1C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49" y="2395951"/>
            <a:ext cx="8203094" cy="3289232"/>
          </a:xfrm>
          <a:prstGeom prst="rect">
            <a:avLst/>
          </a:prstGeom>
          <a:ln w="228600" cap="sq" cmpd="thickThin">
            <a:solidFill>
              <a:schemeClr val="accent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5297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5B59-959C-2B8F-40DD-A0071CED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JAVASCRIPT ES6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6F14-BEEA-E3B7-76EA-0B5639BB1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810506"/>
            <a:ext cx="10058400" cy="3760891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+mj-lt"/>
              </a:rPr>
              <a:t>Classes are the core of object oriented programming (OOP). They make your code more secure and encapsulated. Using classes gives your code a nice structure and keeps it oriented.</a:t>
            </a:r>
          </a:p>
        </p:txBody>
      </p:sp>
    </p:spTree>
    <p:extLst>
      <p:ext uri="{BB962C8B-B14F-4D97-AF65-F5344CB8AC3E}">
        <p14:creationId xmlns:p14="http://schemas.microsoft.com/office/powerpoint/2010/main" val="730677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0650-BE28-CF7F-2A87-FE3DB062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1DC2-70E2-F39A-C87A-8E81D14B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851C7-FC28-AFBC-6423-55597D04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5" y="61319"/>
            <a:ext cx="10743435" cy="630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50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2024-1647-58CA-ECB1-65D5E7CA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54" y="2526221"/>
            <a:ext cx="10058400" cy="145075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620923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F503EC-3FFF-4193-A86F-39150E2BAC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5ECA37-C458-4BA2-A090-D7A19E07B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26AAF5-6CFC-4C52-B7DF-08410EDE6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{0B70ED11-54CC-4B5F-B5AB-F4BE94E351DB}tf11429527_win32</Template>
  <TotalTime>1393</TotalTime>
  <Words>663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Bookman Old Style</vt:lpstr>
      <vt:lpstr>Calibri</vt:lpstr>
      <vt:lpstr>Franklin Gothic Book</vt:lpstr>
      <vt:lpstr>Wingdings</vt:lpstr>
      <vt:lpstr>1_RetrospectVTI</vt:lpstr>
      <vt:lpstr>Modern Javascript ES6</vt:lpstr>
      <vt:lpstr>PowerPoint Presentation</vt:lpstr>
      <vt:lpstr>New Features in ES6</vt:lpstr>
      <vt:lpstr> New Way of Declaring Variables        www.jsbin.com for practice.</vt:lpstr>
      <vt:lpstr>ARROW FUNCTION IN ES6     </vt:lpstr>
      <vt:lpstr>ARROW FUNCTION WITH “THIS” KEYWORD</vt:lpstr>
      <vt:lpstr>TEMPLATE LITERALS</vt:lpstr>
      <vt:lpstr>DESTRUCTURING ARRAY &amp; OBJECT IN ES6</vt:lpstr>
      <vt:lpstr>PowerPoint Presentation</vt:lpstr>
      <vt:lpstr>Object Destructuring</vt:lpstr>
      <vt:lpstr>PowerPoint Presentation</vt:lpstr>
      <vt:lpstr>IMPORT &amp; EXPORT KEYWORDS </vt:lpstr>
      <vt:lpstr>PowerPoint Presentation</vt:lpstr>
      <vt:lpstr>PowerPoint Presentation</vt:lpstr>
      <vt:lpstr>PROMISES IN MODERN JAVASCRIPT</vt:lpstr>
      <vt:lpstr>PowerPoint Presentation</vt:lpstr>
      <vt:lpstr>REST &amp; SPREAD OPERATOR </vt:lpstr>
      <vt:lpstr>CLASSES IN JAVASCRIPT ES6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Javascript ES6</dc:title>
  <dc:creator>HINA</dc:creator>
  <cp:lastModifiedBy>HINA</cp:lastModifiedBy>
  <cp:revision>12</cp:revision>
  <dcterms:created xsi:type="dcterms:W3CDTF">2022-07-01T20:55:06Z</dcterms:created>
  <dcterms:modified xsi:type="dcterms:W3CDTF">2022-07-02T20:08:12Z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